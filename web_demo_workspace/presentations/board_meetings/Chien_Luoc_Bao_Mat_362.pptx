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BÁO CÁO KINH DOANH QUÝ Q3/2026 - NHÁNH 362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Đơn vị: Khối Công Nghệ &amp; An Toàn Thông Tin</a:t>
            </a:r>
          </a:p>
          <a:p>
            <a:r>
              <a:t>Người trình bày: Trưởng bộ phận 362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